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70" r:id="rId8"/>
    <p:sldId id="271" r:id="rId9"/>
    <p:sldId id="262" r:id="rId10"/>
    <p:sldId id="263" r:id="rId11"/>
    <p:sldId id="264" r:id="rId12"/>
    <p:sldId id="265" r:id="rId13"/>
    <p:sldId id="272" r:id="rId14"/>
    <p:sldId id="273" r:id="rId15"/>
    <p:sldId id="274" r:id="rId16"/>
    <p:sldId id="275" r:id="rId17"/>
    <p:sldId id="266" r:id="rId18"/>
    <p:sldId id="267" r:id="rId19"/>
    <p:sldId id="268" r:id="rId20"/>
    <p:sldId id="269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  <a:srgbClr val="33CC33"/>
    <a:srgbClr val="CCFF99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02" y="2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svg"/><Relationship Id="rId1" Type="http://schemas.openxmlformats.org/officeDocument/2006/relationships/image" Target="../media/image9.png"/><Relationship Id="rId6" Type="http://schemas.openxmlformats.org/officeDocument/2006/relationships/image" Target="../media/image8.svg"/><Relationship Id="rId5" Type="http://schemas.openxmlformats.org/officeDocument/2006/relationships/image" Target="../media/image11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svg"/><Relationship Id="rId1" Type="http://schemas.openxmlformats.org/officeDocument/2006/relationships/image" Target="../media/image22.png"/><Relationship Id="rId6" Type="http://schemas.openxmlformats.org/officeDocument/2006/relationships/image" Target="../media/image21.svg"/><Relationship Id="rId5" Type="http://schemas.openxmlformats.org/officeDocument/2006/relationships/image" Target="../media/image24.png"/><Relationship Id="rId4" Type="http://schemas.openxmlformats.org/officeDocument/2006/relationships/image" Target="../media/image1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7.svg"/><Relationship Id="rId1" Type="http://schemas.openxmlformats.org/officeDocument/2006/relationships/image" Target="../media/image32.png"/><Relationship Id="rId6" Type="http://schemas.openxmlformats.org/officeDocument/2006/relationships/image" Target="../media/image31.svg"/><Relationship Id="rId5" Type="http://schemas.openxmlformats.org/officeDocument/2006/relationships/image" Target="../media/image34.png"/><Relationship Id="rId4" Type="http://schemas.openxmlformats.org/officeDocument/2006/relationships/image" Target="../media/image2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467E42A-7B87-414E-A844-91E6AF56085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C9C358F-A8A0-4229-8CCB-F5567C8B92EF}">
      <dgm:prSet/>
      <dgm:spPr/>
      <dgm:t>
        <a:bodyPr/>
        <a:lstStyle/>
        <a:p>
          <a:pPr>
            <a:defRPr cap="all"/>
          </a:pPr>
          <a:r>
            <a:rPr lang="en-GB"/>
            <a:t>What is creative?</a:t>
          </a:r>
          <a:endParaRPr lang="en-US"/>
        </a:p>
      </dgm:t>
    </dgm:pt>
    <dgm:pt modelId="{245EBDE0-22DF-40B2-8D2E-CA51A55B283F}" type="parTrans" cxnId="{05E38A41-6A92-4CC2-AED9-190EDDC9CD41}">
      <dgm:prSet/>
      <dgm:spPr/>
      <dgm:t>
        <a:bodyPr/>
        <a:lstStyle/>
        <a:p>
          <a:endParaRPr lang="en-US"/>
        </a:p>
      </dgm:t>
    </dgm:pt>
    <dgm:pt modelId="{EBC20412-439B-4735-A971-304AC96EF118}" type="sibTrans" cxnId="{05E38A41-6A92-4CC2-AED9-190EDDC9CD41}">
      <dgm:prSet/>
      <dgm:spPr/>
      <dgm:t>
        <a:bodyPr/>
        <a:lstStyle/>
        <a:p>
          <a:endParaRPr lang="en-US"/>
        </a:p>
      </dgm:t>
    </dgm:pt>
    <dgm:pt modelId="{C985A644-9719-4A45-8868-08D7971F4957}">
      <dgm:prSet/>
      <dgm:spPr/>
      <dgm:t>
        <a:bodyPr/>
        <a:lstStyle/>
        <a:p>
          <a:pPr>
            <a:defRPr cap="all"/>
          </a:pPr>
          <a:r>
            <a:rPr lang="en-GB"/>
            <a:t>How does the brain work?</a:t>
          </a:r>
          <a:endParaRPr lang="en-US"/>
        </a:p>
      </dgm:t>
    </dgm:pt>
    <dgm:pt modelId="{670131F4-0FA5-4153-8443-A162095D22F0}" type="parTrans" cxnId="{A1D35F9B-864B-4BAF-BDBD-87D85DB665E5}">
      <dgm:prSet/>
      <dgm:spPr/>
      <dgm:t>
        <a:bodyPr/>
        <a:lstStyle/>
        <a:p>
          <a:endParaRPr lang="en-US"/>
        </a:p>
      </dgm:t>
    </dgm:pt>
    <dgm:pt modelId="{77AE143A-ED16-47AA-8E90-8C6E10F4D3D8}" type="sibTrans" cxnId="{A1D35F9B-864B-4BAF-BDBD-87D85DB665E5}">
      <dgm:prSet/>
      <dgm:spPr/>
      <dgm:t>
        <a:bodyPr/>
        <a:lstStyle/>
        <a:p>
          <a:endParaRPr lang="en-US"/>
        </a:p>
      </dgm:t>
    </dgm:pt>
    <dgm:pt modelId="{2BFBE056-F16F-4A34-89D6-06F5691CFA88}">
      <dgm:prSet/>
      <dgm:spPr/>
      <dgm:t>
        <a:bodyPr/>
        <a:lstStyle/>
        <a:p>
          <a:pPr>
            <a:defRPr cap="all"/>
          </a:pPr>
          <a:r>
            <a:rPr lang="en-GB"/>
            <a:t>What is barriers?</a:t>
          </a:r>
          <a:endParaRPr lang="en-US"/>
        </a:p>
      </dgm:t>
    </dgm:pt>
    <dgm:pt modelId="{0F4BD0B8-A078-4C6F-A89F-E3DF9CCD2D0B}" type="parTrans" cxnId="{E94386DC-84A3-4561-9802-6E3CE454C324}">
      <dgm:prSet/>
      <dgm:spPr/>
      <dgm:t>
        <a:bodyPr/>
        <a:lstStyle/>
        <a:p>
          <a:endParaRPr lang="en-US"/>
        </a:p>
      </dgm:t>
    </dgm:pt>
    <dgm:pt modelId="{98B39A32-77EA-4990-A3B5-ACCABA90EFB0}" type="sibTrans" cxnId="{E94386DC-84A3-4561-9802-6E3CE454C324}">
      <dgm:prSet/>
      <dgm:spPr/>
      <dgm:t>
        <a:bodyPr/>
        <a:lstStyle/>
        <a:p>
          <a:endParaRPr lang="en-US"/>
        </a:p>
      </dgm:t>
    </dgm:pt>
    <dgm:pt modelId="{F4F572B3-8171-4C12-9660-0DF7C2141D04}" type="pres">
      <dgm:prSet presAssocID="{E467E42A-7B87-414E-A844-91E6AF560859}" presName="root" presStyleCnt="0">
        <dgm:presLayoutVars>
          <dgm:dir/>
          <dgm:resizeHandles val="exact"/>
        </dgm:presLayoutVars>
      </dgm:prSet>
      <dgm:spPr/>
    </dgm:pt>
    <dgm:pt modelId="{C75335AA-4EB9-45A6-B5FC-DB0305089AEB}" type="pres">
      <dgm:prSet presAssocID="{7C9C358F-A8A0-4229-8CCB-F5567C8B92EF}" presName="compNode" presStyleCnt="0"/>
      <dgm:spPr/>
    </dgm:pt>
    <dgm:pt modelId="{61DE3167-320A-4E83-9245-94CCF71F4C94}" type="pres">
      <dgm:prSet presAssocID="{7C9C358F-A8A0-4229-8CCB-F5567C8B92EF}" presName="iconBgRect" presStyleLbl="bgShp" presStyleIdx="0" presStyleCnt="3"/>
      <dgm:spPr/>
    </dgm:pt>
    <dgm:pt modelId="{25295131-B032-4EC5-A5AC-1FD4065CBC87}" type="pres">
      <dgm:prSet presAssocID="{7C9C358F-A8A0-4229-8CCB-F5567C8B92E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rtist"/>
        </a:ext>
      </dgm:extLst>
    </dgm:pt>
    <dgm:pt modelId="{D983A445-5B12-4EC8-A509-D18E515DA8DD}" type="pres">
      <dgm:prSet presAssocID="{7C9C358F-A8A0-4229-8CCB-F5567C8B92EF}" presName="spaceRect" presStyleCnt="0"/>
      <dgm:spPr/>
    </dgm:pt>
    <dgm:pt modelId="{A5184FD1-4C21-492D-8922-9D875F311377}" type="pres">
      <dgm:prSet presAssocID="{7C9C358F-A8A0-4229-8CCB-F5567C8B92EF}" presName="textRect" presStyleLbl="revTx" presStyleIdx="0" presStyleCnt="3">
        <dgm:presLayoutVars>
          <dgm:chMax val="1"/>
          <dgm:chPref val="1"/>
        </dgm:presLayoutVars>
      </dgm:prSet>
      <dgm:spPr/>
    </dgm:pt>
    <dgm:pt modelId="{BF6B3328-955F-44FD-96B4-D17EDA20FABF}" type="pres">
      <dgm:prSet presAssocID="{EBC20412-439B-4735-A971-304AC96EF118}" presName="sibTrans" presStyleCnt="0"/>
      <dgm:spPr/>
    </dgm:pt>
    <dgm:pt modelId="{778B0F48-9BE8-4A00-880C-F374BAC51A70}" type="pres">
      <dgm:prSet presAssocID="{C985A644-9719-4A45-8868-08D7971F4957}" presName="compNode" presStyleCnt="0"/>
      <dgm:spPr/>
    </dgm:pt>
    <dgm:pt modelId="{31162192-3141-4F17-8F1C-C784692B938F}" type="pres">
      <dgm:prSet presAssocID="{C985A644-9719-4A45-8868-08D7971F4957}" presName="iconBgRect" presStyleLbl="bgShp" presStyleIdx="1" presStyleCnt="3"/>
      <dgm:spPr/>
    </dgm:pt>
    <dgm:pt modelId="{3F70B656-5922-4F38-BABE-1648D73239B1}" type="pres">
      <dgm:prSet presAssocID="{C985A644-9719-4A45-8868-08D7971F495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"/>
        </a:ext>
      </dgm:extLst>
    </dgm:pt>
    <dgm:pt modelId="{5DB24871-5331-4947-AD1E-021B3523B6D7}" type="pres">
      <dgm:prSet presAssocID="{C985A644-9719-4A45-8868-08D7971F4957}" presName="spaceRect" presStyleCnt="0"/>
      <dgm:spPr/>
    </dgm:pt>
    <dgm:pt modelId="{75DCFD8F-E4DF-4FB7-85B1-6866721C6D93}" type="pres">
      <dgm:prSet presAssocID="{C985A644-9719-4A45-8868-08D7971F4957}" presName="textRect" presStyleLbl="revTx" presStyleIdx="1" presStyleCnt="3">
        <dgm:presLayoutVars>
          <dgm:chMax val="1"/>
          <dgm:chPref val="1"/>
        </dgm:presLayoutVars>
      </dgm:prSet>
      <dgm:spPr/>
    </dgm:pt>
    <dgm:pt modelId="{E6C8C944-D89A-441B-B3B0-E319F72DBB49}" type="pres">
      <dgm:prSet presAssocID="{77AE143A-ED16-47AA-8E90-8C6E10F4D3D8}" presName="sibTrans" presStyleCnt="0"/>
      <dgm:spPr/>
    </dgm:pt>
    <dgm:pt modelId="{C5176A12-93C9-4233-913A-CEF1A553930A}" type="pres">
      <dgm:prSet presAssocID="{2BFBE056-F16F-4A34-89D6-06F5691CFA88}" presName="compNode" presStyleCnt="0"/>
      <dgm:spPr/>
    </dgm:pt>
    <dgm:pt modelId="{11F10CDD-A700-49EE-8DBB-74D384055108}" type="pres">
      <dgm:prSet presAssocID="{2BFBE056-F16F-4A34-89D6-06F5691CFA88}" presName="iconBgRect" presStyleLbl="bgShp" presStyleIdx="2" presStyleCnt="3"/>
      <dgm:spPr/>
    </dgm:pt>
    <dgm:pt modelId="{8B8E57AD-D5B2-4902-B96C-A6F05FBD456F}" type="pres">
      <dgm:prSet presAssocID="{2BFBE056-F16F-4A34-89D6-06F5691CFA8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rritant"/>
        </a:ext>
      </dgm:extLst>
    </dgm:pt>
    <dgm:pt modelId="{61A021B2-1ADE-4D6A-B074-10EA7D05CC42}" type="pres">
      <dgm:prSet presAssocID="{2BFBE056-F16F-4A34-89D6-06F5691CFA88}" presName="spaceRect" presStyleCnt="0"/>
      <dgm:spPr/>
    </dgm:pt>
    <dgm:pt modelId="{8B209D5F-6DD5-4E2A-9E7B-7C2C9EB29395}" type="pres">
      <dgm:prSet presAssocID="{2BFBE056-F16F-4A34-89D6-06F5691CFA8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5E38A41-6A92-4CC2-AED9-190EDDC9CD41}" srcId="{E467E42A-7B87-414E-A844-91E6AF560859}" destId="{7C9C358F-A8A0-4229-8CCB-F5567C8B92EF}" srcOrd="0" destOrd="0" parTransId="{245EBDE0-22DF-40B2-8D2E-CA51A55B283F}" sibTransId="{EBC20412-439B-4735-A971-304AC96EF118}"/>
    <dgm:cxn modelId="{B53ECF65-5B1D-4C83-AA05-A3F42B502E94}" type="presOf" srcId="{C985A644-9719-4A45-8868-08D7971F4957}" destId="{75DCFD8F-E4DF-4FB7-85B1-6866721C6D93}" srcOrd="0" destOrd="0" presId="urn:microsoft.com/office/officeart/2018/5/layout/IconCircleLabelList"/>
    <dgm:cxn modelId="{DD2FB24A-4F9D-4D53-AF50-F9AB21D2D448}" type="presOf" srcId="{7C9C358F-A8A0-4229-8CCB-F5567C8B92EF}" destId="{A5184FD1-4C21-492D-8922-9D875F311377}" srcOrd="0" destOrd="0" presId="urn:microsoft.com/office/officeart/2018/5/layout/IconCircleLabelList"/>
    <dgm:cxn modelId="{6215B292-862C-4ADD-89E0-4188D921BA73}" type="presOf" srcId="{2BFBE056-F16F-4A34-89D6-06F5691CFA88}" destId="{8B209D5F-6DD5-4E2A-9E7B-7C2C9EB29395}" srcOrd="0" destOrd="0" presId="urn:microsoft.com/office/officeart/2018/5/layout/IconCircleLabelList"/>
    <dgm:cxn modelId="{A1D35F9B-864B-4BAF-BDBD-87D85DB665E5}" srcId="{E467E42A-7B87-414E-A844-91E6AF560859}" destId="{C985A644-9719-4A45-8868-08D7971F4957}" srcOrd="1" destOrd="0" parTransId="{670131F4-0FA5-4153-8443-A162095D22F0}" sibTransId="{77AE143A-ED16-47AA-8E90-8C6E10F4D3D8}"/>
    <dgm:cxn modelId="{E94386DC-84A3-4561-9802-6E3CE454C324}" srcId="{E467E42A-7B87-414E-A844-91E6AF560859}" destId="{2BFBE056-F16F-4A34-89D6-06F5691CFA88}" srcOrd="2" destOrd="0" parTransId="{0F4BD0B8-A078-4C6F-A89F-E3DF9CCD2D0B}" sibTransId="{98B39A32-77EA-4990-A3B5-ACCABA90EFB0}"/>
    <dgm:cxn modelId="{F4F536ED-AB5F-4C13-BCEC-CDCE13285A6D}" type="presOf" srcId="{E467E42A-7B87-414E-A844-91E6AF560859}" destId="{F4F572B3-8171-4C12-9660-0DF7C2141D04}" srcOrd="0" destOrd="0" presId="urn:microsoft.com/office/officeart/2018/5/layout/IconCircleLabelList"/>
    <dgm:cxn modelId="{B2A8C788-45F5-4775-B70C-244601DC9809}" type="presParOf" srcId="{F4F572B3-8171-4C12-9660-0DF7C2141D04}" destId="{C75335AA-4EB9-45A6-B5FC-DB0305089AEB}" srcOrd="0" destOrd="0" presId="urn:microsoft.com/office/officeart/2018/5/layout/IconCircleLabelList"/>
    <dgm:cxn modelId="{9C13B92A-FB4C-4DF6-8E1A-BF3988894F10}" type="presParOf" srcId="{C75335AA-4EB9-45A6-B5FC-DB0305089AEB}" destId="{61DE3167-320A-4E83-9245-94CCF71F4C94}" srcOrd="0" destOrd="0" presId="urn:microsoft.com/office/officeart/2018/5/layout/IconCircleLabelList"/>
    <dgm:cxn modelId="{C745E57B-99EF-4E99-8BC1-F62F9DE80E4C}" type="presParOf" srcId="{C75335AA-4EB9-45A6-B5FC-DB0305089AEB}" destId="{25295131-B032-4EC5-A5AC-1FD4065CBC87}" srcOrd="1" destOrd="0" presId="urn:microsoft.com/office/officeart/2018/5/layout/IconCircleLabelList"/>
    <dgm:cxn modelId="{C0557B70-FB09-4D29-AEEE-A0898A8E2704}" type="presParOf" srcId="{C75335AA-4EB9-45A6-B5FC-DB0305089AEB}" destId="{D983A445-5B12-4EC8-A509-D18E515DA8DD}" srcOrd="2" destOrd="0" presId="urn:microsoft.com/office/officeart/2018/5/layout/IconCircleLabelList"/>
    <dgm:cxn modelId="{604FBC81-4500-4546-ABEF-A64568F83071}" type="presParOf" srcId="{C75335AA-4EB9-45A6-B5FC-DB0305089AEB}" destId="{A5184FD1-4C21-492D-8922-9D875F311377}" srcOrd="3" destOrd="0" presId="urn:microsoft.com/office/officeart/2018/5/layout/IconCircleLabelList"/>
    <dgm:cxn modelId="{A2EC71D2-0B84-4D48-A2A8-524A71CCCA09}" type="presParOf" srcId="{F4F572B3-8171-4C12-9660-0DF7C2141D04}" destId="{BF6B3328-955F-44FD-96B4-D17EDA20FABF}" srcOrd="1" destOrd="0" presId="urn:microsoft.com/office/officeart/2018/5/layout/IconCircleLabelList"/>
    <dgm:cxn modelId="{9FCF4064-D7E9-4D52-930F-565F8D02756D}" type="presParOf" srcId="{F4F572B3-8171-4C12-9660-0DF7C2141D04}" destId="{778B0F48-9BE8-4A00-880C-F374BAC51A70}" srcOrd="2" destOrd="0" presId="urn:microsoft.com/office/officeart/2018/5/layout/IconCircleLabelList"/>
    <dgm:cxn modelId="{D5F5E29D-9D8F-4CCD-B36D-647385EA5E3D}" type="presParOf" srcId="{778B0F48-9BE8-4A00-880C-F374BAC51A70}" destId="{31162192-3141-4F17-8F1C-C784692B938F}" srcOrd="0" destOrd="0" presId="urn:microsoft.com/office/officeart/2018/5/layout/IconCircleLabelList"/>
    <dgm:cxn modelId="{214D77DC-E35C-4BF3-AD80-1131A5BF0676}" type="presParOf" srcId="{778B0F48-9BE8-4A00-880C-F374BAC51A70}" destId="{3F70B656-5922-4F38-BABE-1648D73239B1}" srcOrd="1" destOrd="0" presId="urn:microsoft.com/office/officeart/2018/5/layout/IconCircleLabelList"/>
    <dgm:cxn modelId="{54F59F1B-3CD9-4EC5-A8FC-CB569F3F6AAA}" type="presParOf" srcId="{778B0F48-9BE8-4A00-880C-F374BAC51A70}" destId="{5DB24871-5331-4947-AD1E-021B3523B6D7}" srcOrd="2" destOrd="0" presId="urn:microsoft.com/office/officeart/2018/5/layout/IconCircleLabelList"/>
    <dgm:cxn modelId="{697106FC-4C2C-4CCA-9091-65762C5AB517}" type="presParOf" srcId="{778B0F48-9BE8-4A00-880C-F374BAC51A70}" destId="{75DCFD8F-E4DF-4FB7-85B1-6866721C6D93}" srcOrd="3" destOrd="0" presId="urn:microsoft.com/office/officeart/2018/5/layout/IconCircleLabelList"/>
    <dgm:cxn modelId="{C342EBD7-2D2C-4793-BC7F-494DB19E5E5D}" type="presParOf" srcId="{F4F572B3-8171-4C12-9660-0DF7C2141D04}" destId="{E6C8C944-D89A-441B-B3B0-E319F72DBB49}" srcOrd="3" destOrd="0" presId="urn:microsoft.com/office/officeart/2018/5/layout/IconCircleLabelList"/>
    <dgm:cxn modelId="{6D36E1FC-DD02-4356-AF49-5223F3E89247}" type="presParOf" srcId="{F4F572B3-8171-4C12-9660-0DF7C2141D04}" destId="{C5176A12-93C9-4233-913A-CEF1A553930A}" srcOrd="4" destOrd="0" presId="urn:microsoft.com/office/officeart/2018/5/layout/IconCircleLabelList"/>
    <dgm:cxn modelId="{9AAEC107-222D-42ED-BC6F-25025EA6F26C}" type="presParOf" srcId="{C5176A12-93C9-4233-913A-CEF1A553930A}" destId="{11F10CDD-A700-49EE-8DBB-74D384055108}" srcOrd="0" destOrd="0" presId="urn:microsoft.com/office/officeart/2018/5/layout/IconCircleLabelList"/>
    <dgm:cxn modelId="{760A924E-300C-445F-93D9-95119E7DD2F4}" type="presParOf" srcId="{C5176A12-93C9-4233-913A-CEF1A553930A}" destId="{8B8E57AD-D5B2-4902-B96C-A6F05FBD456F}" srcOrd="1" destOrd="0" presId="urn:microsoft.com/office/officeart/2018/5/layout/IconCircleLabelList"/>
    <dgm:cxn modelId="{0D5E0694-3DFE-4D9F-BBE0-5E3F32DB559A}" type="presParOf" srcId="{C5176A12-93C9-4233-913A-CEF1A553930A}" destId="{61A021B2-1ADE-4D6A-B074-10EA7D05CC42}" srcOrd="2" destOrd="0" presId="urn:microsoft.com/office/officeart/2018/5/layout/IconCircleLabelList"/>
    <dgm:cxn modelId="{791A834D-87D2-43D9-9559-9138345D3E96}" type="presParOf" srcId="{C5176A12-93C9-4233-913A-CEF1A553930A}" destId="{8B209D5F-6DD5-4E2A-9E7B-7C2C9EB29395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962A07-C4F8-40B4-B7CE-90003042DA9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2FBF2B6B-EE2A-4DFA-8606-4DDCF10E9450}">
      <dgm:prSet custT="1"/>
      <dgm:spPr/>
      <dgm:t>
        <a:bodyPr/>
        <a:lstStyle/>
        <a:p>
          <a:pPr>
            <a:defRPr cap="all"/>
          </a:pPr>
          <a:r>
            <a:rPr lang="en-US" sz="2400" dirty="0"/>
            <a:t>Methodology</a:t>
          </a:r>
        </a:p>
        <a:p>
          <a:pPr>
            <a:defRPr cap="all"/>
          </a:pPr>
          <a:r>
            <a:rPr lang="en-US" sz="1800" dirty="0"/>
            <a:t>(SIT)</a:t>
          </a:r>
        </a:p>
      </dgm:t>
    </dgm:pt>
    <dgm:pt modelId="{5C422D60-F6A7-45DA-A8BD-09AB88B87320}" type="parTrans" cxnId="{B2A9528A-4AC7-4374-B218-C0CFF60F6B9E}">
      <dgm:prSet/>
      <dgm:spPr/>
      <dgm:t>
        <a:bodyPr/>
        <a:lstStyle/>
        <a:p>
          <a:endParaRPr lang="en-US"/>
        </a:p>
      </dgm:t>
    </dgm:pt>
    <dgm:pt modelId="{46C23576-F413-4DFB-8748-A5853FBACD71}" type="sibTrans" cxnId="{B2A9528A-4AC7-4374-B218-C0CFF60F6B9E}">
      <dgm:prSet/>
      <dgm:spPr/>
      <dgm:t>
        <a:bodyPr/>
        <a:lstStyle/>
        <a:p>
          <a:endParaRPr lang="en-US"/>
        </a:p>
      </dgm:t>
    </dgm:pt>
    <dgm:pt modelId="{283CF324-8A14-464F-9207-DCED16406FCF}">
      <dgm:prSet custT="1"/>
      <dgm:spPr/>
      <dgm:t>
        <a:bodyPr/>
        <a:lstStyle/>
        <a:p>
          <a:pPr>
            <a:defRPr cap="all"/>
          </a:pPr>
          <a:r>
            <a:rPr lang="en-US" sz="2400" dirty="0"/>
            <a:t>Principle </a:t>
          </a:r>
        </a:p>
        <a:p>
          <a:pPr>
            <a:defRPr cap="all"/>
          </a:pPr>
          <a:r>
            <a:rPr lang="en-US" sz="1800" dirty="0"/>
            <a:t>(Function follow form)</a:t>
          </a:r>
        </a:p>
      </dgm:t>
    </dgm:pt>
    <dgm:pt modelId="{C2EECA72-0D98-43BD-8A36-5DC8606BFA06}" type="parTrans" cxnId="{475A646F-B72A-48F8-B5BE-E88540F9B137}">
      <dgm:prSet/>
      <dgm:spPr/>
      <dgm:t>
        <a:bodyPr/>
        <a:lstStyle/>
        <a:p>
          <a:endParaRPr lang="en-US"/>
        </a:p>
      </dgm:t>
    </dgm:pt>
    <dgm:pt modelId="{642AAB77-B4FE-40EB-B4AB-9B5E07F5C8E8}" type="sibTrans" cxnId="{475A646F-B72A-48F8-B5BE-E88540F9B137}">
      <dgm:prSet/>
      <dgm:spPr/>
      <dgm:t>
        <a:bodyPr/>
        <a:lstStyle/>
        <a:p>
          <a:endParaRPr lang="en-US"/>
        </a:p>
      </dgm:t>
    </dgm:pt>
    <dgm:pt modelId="{1D70D329-70C5-43E1-B599-8B6459847B16}">
      <dgm:prSet/>
      <dgm:spPr/>
      <dgm:t>
        <a:bodyPr/>
        <a:lstStyle/>
        <a:p>
          <a:pPr>
            <a:defRPr cap="all"/>
          </a:pPr>
          <a:r>
            <a:rPr lang="en-US" dirty="0"/>
            <a:t>5 Thinking techniques</a:t>
          </a:r>
        </a:p>
      </dgm:t>
    </dgm:pt>
    <dgm:pt modelId="{B289ADA9-3A1D-42C9-B731-41D0BFD953B4}" type="parTrans" cxnId="{E9578F44-A40B-49F9-A9A5-670E0C93E5DF}">
      <dgm:prSet/>
      <dgm:spPr/>
      <dgm:t>
        <a:bodyPr/>
        <a:lstStyle/>
        <a:p>
          <a:endParaRPr lang="en-US"/>
        </a:p>
      </dgm:t>
    </dgm:pt>
    <dgm:pt modelId="{C73B0C5F-C070-4622-B65F-A2189A75EE9A}" type="sibTrans" cxnId="{E9578F44-A40B-49F9-A9A5-670E0C93E5DF}">
      <dgm:prSet/>
      <dgm:spPr/>
      <dgm:t>
        <a:bodyPr/>
        <a:lstStyle/>
        <a:p>
          <a:endParaRPr lang="en-US"/>
        </a:p>
      </dgm:t>
    </dgm:pt>
    <dgm:pt modelId="{62D46B69-2F17-4923-BC68-E0797025A088}" type="pres">
      <dgm:prSet presAssocID="{D2962A07-C4F8-40B4-B7CE-90003042DA93}" presName="root" presStyleCnt="0">
        <dgm:presLayoutVars>
          <dgm:dir/>
          <dgm:resizeHandles val="exact"/>
        </dgm:presLayoutVars>
      </dgm:prSet>
      <dgm:spPr/>
    </dgm:pt>
    <dgm:pt modelId="{73B8F6BA-B962-436D-8501-3678D6EF4E00}" type="pres">
      <dgm:prSet presAssocID="{2FBF2B6B-EE2A-4DFA-8606-4DDCF10E9450}" presName="compNode" presStyleCnt="0"/>
      <dgm:spPr/>
    </dgm:pt>
    <dgm:pt modelId="{41125506-BEA5-4D96-9282-99E9DAD0B445}" type="pres">
      <dgm:prSet presAssocID="{2FBF2B6B-EE2A-4DFA-8606-4DDCF10E9450}" presName="iconBgRect" presStyleLbl="bgShp" presStyleIdx="0" presStyleCnt="3"/>
      <dgm:spPr/>
    </dgm:pt>
    <dgm:pt modelId="{6A6EF929-B8FD-44CA-82A1-7D403D91BA0A}" type="pres">
      <dgm:prSet presAssocID="{2FBF2B6B-EE2A-4DFA-8606-4DDCF10E945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0199807-C184-46CB-A348-4EDBC0CF85C2}" type="pres">
      <dgm:prSet presAssocID="{2FBF2B6B-EE2A-4DFA-8606-4DDCF10E9450}" presName="spaceRect" presStyleCnt="0"/>
      <dgm:spPr/>
    </dgm:pt>
    <dgm:pt modelId="{2DB837B7-0D45-4269-8BA8-3C04D4694CD9}" type="pres">
      <dgm:prSet presAssocID="{2FBF2B6B-EE2A-4DFA-8606-4DDCF10E9450}" presName="textRect" presStyleLbl="revTx" presStyleIdx="0" presStyleCnt="3">
        <dgm:presLayoutVars>
          <dgm:chMax val="1"/>
          <dgm:chPref val="1"/>
        </dgm:presLayoutVars>
      </dgm:prSet>
      <dgm:spPr/>
    </dgm:pt>
    <dgm:pt modelId="{3815D2D3-79BB-4948-AD82-07338DADDB50}" type="pres">
      <dgm:prSet presAssocID="{46C23576-F413-4DFB-8748-A5853FBACD71}" presName="sibTrans" presStyleCnt="0"/>
      <dgm:spPr/>
    </dgm:pt>
    <dgm:pt modelId="{4D924EEF-A237-43F6-96ED-3550FC3F79AF}" type="pres">
      <dgm:prSet presAssocID="{283CF324-8A14-464F-9207-DCED16406FCF}" presName="compNode" presStyleCnt="0"/>
      <dgm:spPr/>
    </dgm:pt>
    <dgm:pt modelId="{9C66F19F-CF17-445A-BFCE-01137F72BB03}" type="pres">
      <dgm:prSet presAssocID="{283CF324-8A14-464F-9207-DCED16406FCF}" presName="iconBgRect" presStyleLbl="bgShp" presStyleIdx="1" presStyleCnt="3"/>
      <dgm:spPr/>
    </dgm:pt>
    <dgm:pt modelId="{6C691563-9A3A-4B6D-BD25-E5E10D1E32DD}" type="pres">
      <dgm:prSet presAssocID="{283CF324-8A14-464F-9207-DCED16406FC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F1BB4E5C-D46F-4F6C-AD33-F5017FE1080E}" type="pres">
      <dgm:prSet presAssocID="{283CF324-8A14-464F-9207-DCED16406FCF}" presName="spaceRect" presStyleCnt="0"/>
      <dgm:spPr/>
    </dgm:pt>
    <dgm:pt modelId="{3D914E0C-F6DD-41A2-AD28-EF94CC131079}" type="pres">
      <dgm:prSet presAssocID="{283CF324-8A14-464F-9207-DCED16406FCF}" presName="textRect" presStyleLbl="revTx" presStyleIdx="1" presStyleCnt="3">
        <dgm:presLayoutVars>
          <dgm:chMax val="1"/>
          <dgm:chPref val="1"/>
        </dgm:presLayoutVars>
      </dgm:prSet>
      <dgm:spPr/>
    </dgm:pt>
    <dgm:pt modelId="{0EB888D0-B847-4EDF-A7E2-DE7122AA660B}" type="pres">
      <dgm:prSet presAssocID="{642AAB77-B4FE-40EB-B4AB-9B5E07F5C8E8}" presName="sibTrans" presStyleCnt="0"/>
      <dgm:spPr/>
    </dgm:pt>
    <dgm:pt modelId="{268BE6F4-2568-468D-9FDD-D53799F3B2A9}" type="pres">
      <dgm:prSet presAssocID="{1D70D329-70C5-43E1-B599-8B6459847B16}" presName="compNode" presStyleCnt="0"/>
      <dgm:spPr/>
    </dgm:pt>
    <dgm:pt modelId="{42784B0B-8D3B-425F-B88B-080BF69D95CD}" type="pres">
      <dgm:prSet presAssocID="{1D70D329-70C5-43E1-B599-8B6459847B16}" presName="iconBgRect" presStyleLbl="bgShp" presStyleIdx="2" presStyleCnt="3"/>
      <dgm:spPr/>
    </dgm:pt>
    <dgm:pt modelId="{B5DFCD0F-A928-4943-828A-4DC30E8D073F}" type="pres">
      <dgm:prSet presAssocID="{1D70D329-70C5-43E1-B599-8B6459847B1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5401163-52C5-4629-923B-4A3C7C236E57}" type="pres">
      <dgm:prSet presAssocID="{1D70D329-70C5-43E1-B599-8B6459847B16}" presName="spaceRect" presStyleCnt="0"/>
      <dgm:spPr/>
    </dgm:pt>
    <dgm:pt modelId="{5E0FE513-9318-49CC-A60A-4E12C466A96E}" type="pres">
      <dgm:prSet presAssocID="{1D70D329-70C5-43E1-B599-8B6459847B1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D288460-A97A-4AA7-B606-21050B6BF8D4}" type="presOf" srcId="{2FBF2B6B-EE2A-4DFA-8606-4DDCF10E9450}" destId="{2DB837B7-0D45-4269-8BA8-3C04D4694CD9}" srcOrd="0" destOrd="0" presId="urn:microsoft.com/office/officeart/2018/5/layout/IconCircleLabelList"/>
    <dgm:cxn modelId="{E9578F44-A40B-49F9-A9A5-670E0C93E5DF}" srcId="{D2962A07-C4F8-40B4-B7CE-90003042DA93}" destId="{1D70D329-70C5-43E1-B599-8B6459847B16}" srcOrd="2" destOrd="0" parTransId="{B289ADA9-3A1D-42C9-B731-41D0BFD953B4}" sibTransId="{C73B0C5F-C070-4622-B65F-A2189A75EE9A}"/>
    <dgm:cxn modelId="{475A646F-B72A-48F8-B5BE-E88540F9B137}" srcId="{D2962A07-C4F8-40B4-B7CE-90003042DA93}" destId="{283CF324-8A14-464F-9207-DCED16406FCF}" srcOrd="1" destOrd="0" parTransId="{C2EECA72-0D98-43BD-8A36-5DC8606BFA06}" sibTransId="{642AAB77-B4FE-40EB-B4AB-9B5E07F5C8E8}"/>
    <dgm:cxn modelId="{D9D72C76-88D9-4006-91DF-CC078B39717A}" type="presOf" srcId="{1D70D329-70C5-43E1-B599-8B6459847B16}" destId="{5E0FE513-9318-49CC-A60A-4E12C466A96E}" srcOrd="0" destOrd="0" presId="urn:microsoft.com/office/officeart/2018/5/layout/IconCircleLabelList"/>
    <dgm:cxn modelId="{B2A9528A-4AC7-4374-B218-C0CFF60F6B9E}" srcId="{D2962A07-C4F8-40B4-B7CE-90003042DA93}" destId="{2FBF2B6B-EE2A-4DFA-8606-4DDCF10E9450}" srcOrd="0" destOrd="0" parTransId="{5C422D60-F6A7-45DA-A8BD-09AB88B87320}" sibTransId="{46C23576-F413-4DFB-8748-A5853FBACD71}"/>
    <dgm:cxn modelId="{A9279196-54AA-409C-9FDA-5EA5D76B4E3A}" type="presOf" srcId="{D2962A07-C4F8-40B4-B7CE-90003042DA93}" destId="{62D46B69-2F17-4923-BC68-E0797025A088}" srcOrd="0" destOrd="0" presId="urn:microsoft.com/office/officeart/2018/5/layout/IconCircleLabelList"/>
    <dgm:cxn modelId="{3D7584D2-B5EC-4969-9FA6-74E75A7DE26D}" type="presOf" srcId="{283CF324-8A14-464F-9207-DCED16406FCF}" destId="{3D914E0C-F6DD-41A2-AD28-EF94CC131079}" srcOrd="0" destOrd="0" presId="urn:microsoft.com/office/officeart/2018/5/layout/IconCircleLabelList"/>
    <dgm:cxn modelId="{90652FE5-B791-46EF-94C5-DCD0F9661172}" type="presParOf" srcId="{62D46B69-2F17-4923-BC68-E0797025A088}" destId="{73B8F6BA-B962-436D-8501-3678D6EF4E00}" srcOrd="0" destOrd="0" presId="urn:microsoft.com/office/officeart/2018/5/layout/IconCircleLabelList"/>
    <dgm:cxn modelId="{5BCE8B94-2BF1-4A20-9F33-29289334E83F}" type="presParOf" srcId="{73B8F6BA-B962-436D-8501-3678D6EF4E00}" destId="{41125506-BEA5-4D96-9282-99E9DAD0B445}" srcOrd="0" destOrd="0" presId="urn:microsoft.com/office/officeart/2018/5/layout/IconCircleLabelList"/>
    <dgm:cxn modelId="{04584788-67EA-4109-8F8B-9109B6BC2EAC}" type="presParOf" srcId="{73B8F6BA-B962-436D-8501-3678D6EF4E00}" destId="{6A6EF929-B8FD-44CA-82A1-7D403D91BA0A}" srcOrd="1" destOrd="0" presId="urn:microsoft.com/office/officeart/2018/5/layout/IconCircleLabelList"/>
    <dgm:cxn modelId="{6079BCAC-CF7F-435C-B7A6-2B702EAF2ACD}" type="presParOf" srcId="{73B8F6BA-B962-436D-8501-3678D6EF4E00}" destId="{80199807-C184-46CB-A348-4EDBC0CF85C2}" srcOrd="2" destOrd="0" presId="urn:microsoft.com/office/officeart/2018/5/layout/IconCircleLabelList"/>
    <dgm:cxn modelId="{28DF0DEF-6B91-4D0F-BF1D-75084F1B0D9E}" type="presParOf" srcId="{73B8F6BA-B962-436D-8501-3678D6EF4E00}" destId="{2DB837B7-0D45-4269-8BA8-3C04D4694CD9}" srcOrd="3" destOrd="0" presId="urn:microsoft.com/office/officeart/2018/5/layout/IconCircleLabelList"/>
    <dgm:cxn modelId="{7999BE55-6D9C-40E1-B6FB-67BACA66A254}" type="presParOf" srcId="{62D46B69-2F17-4923-BC68-E0797025A088}" destId="{3815D2D3-79BB-4948-AD82-07338DADDB50}" srcOrd="1" destOrd="0" presId="urn:microsoft.com/office/officeart/2018/5/layout/IconCircleLabelList"/>
    <dgm:cxn modelId="{395CA24D-0162-4C66-A860-FFE47A422403}" type="presParOf" srcId="{62D46B69-2F17-4923-BC68-E0797025A088}" destId="{4D924EEF-A237-43F6-96ED-3550FC3F79AF}" srcOrd="2" destOrd="0" presId="urn:microsoft.com/office/officeart/2018/5/layout/IconCircleLabelList"/>
    <dgm:cxn modelId="{B0A74F48-910F-434B-A956-17DFA7C4D402}" type="presParOf" srcId="{4D924EEF-A237-43F6-96ED-3550FC3F79AF}" destId="{9C66F19F-CF17-445A-BFCE-01137F72BB03}" srcOrd="0" destOrd="0" presId="urn:microsoft.com/office/officeart/2018/5/layout/IconCircleLabelList"/>
    <dgm:cxn modelId="{CBE4AF1D-4FCE-4017-8799-6DDF53F5F88C}" type="presParOf" srcId="{4D924EEF-A237-43F6-96ED-3550FC3F79AF}" destId="{6C691563-9A3A-4B6D-BD25-E5E10D1E32DD}" srcOrd="1" destOrd="0" presId="urn:microsoft.com/office/officeart/2018/5/layout/IconCircleLabelList"/>
    <dgm:cxn modelId="{0C557998-365B-4B6E-96DF-CA5B12BC7E49}" type="presParOf" srcId="{4D924EEF-A237-43F6-96ED-3550FC3F79AF}" destId="{F1BB4E5C-D46F-4F6C-AD33-F5017FE1080E}" srcOrd="2" destOrd="0" presId="urn:microsoft.com/office/officeart/2018/5/layout/IconCircleLabelList"/>
    <dgm:cxn modelId="{BCE277C1-B8AB-4A71-8C46-9FAFEA0304C8}" type="presParOf" srcId="{4D924EEF-A237-43F6-96ED-3550FC3F79AF}" destId="{3D914E0C-F6DD-41A2-AD28-EF94CC131079}" srcOrd="3" destOrd="0" presId="urn:microsoft.com/office/officeart/2018/5/layout/IconCircleLabelList"/>
    <dgm:cxn modelId="{FDA4C974-9627-4504-A48C-98EED9C7CCE5}" type="presParOf" srcId="{62D46B69-2F17-4923-BC68-E0797025A088}" destId="{0EB888D0-B847-4EDF-A7E2-DE7122AA660B}" srcOrd="3" destOrd="0" presId="urn:microsoft.com/office/officeart/2018/5/layout/IconCircleLabelList"/>
    <dgm:cxn modelId="{0A31197D-27C1-4D31-A6A2-CA538CBE51AC}" type="presParOf" srcId="{62D46B69-2F17-4923-BC68-E0797025A088}" destId="{268BE6F4-2568-468D-9FDD-D53799F3B2A9}" srcOrd="4" destOrd="0" presId="urn:microsoft.com/office/officeart/2018/5/layout/IconCircleLabelList"/>
    <dgm:cxn modelId="{334E8EB5-5413-4007-998D-903233347CA1}" type="presParOf" srcId="{268BE6F4-2568-468D-9FDD-D53799F3B2A9}" destId="{42784B0B-8D3B-425F-B88B-080BF69D95CD}" srcOrd="0" destOrd="0" presId="urn:microsoft.com/office/officeart/2018/5/layout/IconCircleLabelList"/>
    <dgm:cxn modelId="{A719E992-3195-4655-B143-80E6D54E25EB}" type="presParOf" srcId="{268BE6F4-2568-468D-9FDD-D53799F3B2A9}" destId="{B5DFCD0F-A928-4943-828A-4DC30E8D073F}" srcOrd="1" destOrd="0" presId="urn:microsoft.com/office/officeart/2018/5/layout/IconCircleLabelList"/>
    <dgm:cxn modelId="{BE8C998B-B468-4FF0-B15F-FB656890CEF6}" type="presParOf" srcId="{268BE6F4-2568-468D-9FDD-D53799F3B2A9}" destId="{45401163-52C5-4629-923B-4A3C7C236E57}" srcOrd="2" destOrd="0" presId="urn:microsoft.com/office/officeart/2018/5/layout/IconCircleLabelList"/>
    <dgm:cxn modelId="{6B8E3DD6-111F-4A9E-A621-1DA4F11F4D64}" type="presParOf" srcId="{268BE6F4-2568-468D-9FDD-D53799F3B2A9}" destId="{5E0FE513-9318-49CC-A60A-4E12C466A96E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961AD2A-0E5D-40A8-BDAB-CC9356DD2DB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A953F5C-1C1D-4F8A-A653-A74E35484970}">
      <dgm:prSet/>
      <dgm:spPr/>
      <dgm:t>
        <a:bodyPr/>
        <a:lstStyle/>
        <a:p>
          <a:pPr>
            <a:defRPr cap="all"/>
          </a:pPr>
          <a:r>
            <a:rPr lang="en-US" dirty="0"/>
            <a:t>Create team</a:t>
          </a:r>
        </a:p>
      </dgm:t>
    </dgm:pt>
    <dgm:pt modelId="{CEB5328D-96EE-4B4D-B037-8873B7E7EDC2}" type="parTrans" cxnId="{A91D4398-BA8F-4BBB-8DE4-484E44B75B84}">
      <dgm:prSet/>
      <dgm:spPr/>
      <dgm:t>
        <a:bodyPr/>
        <a:lstStyle/>
        <a:p>
          <a:endParaRPr lang="en-US"/>
        </a:p>
      </dgm:t>
    </dgm:pt>
    <dgm:pt modelId="{28AD858E-0F0B-4DF6-BCFE-422DE6329859}" type="sibTrans" cxnId="{A91D4398-BA8F-4BBB-8DE4-484E44B75B84}">
      <dgm:prSet/>
      <dgm:spPr/>
      <dgm:t>
        <a:bodyPr/>
        <a:lstStyle/>
        <a:p>
          <a:endParaRPr lang="en-US"/>
        </a:p>
      </dgm:t>
    </dgm:pt>
    <dgm:pt modelId="{94B8E9A8-FF60-4CD6-B1A4-CD85E541F6F8}">
      <dgm:prSet/>
      <dgm:spPr/>
      <dgm:t>
        <a:bodyPr/>
        <a:lstStyle/>
        <a:p>
          <a:pPr>
            <a:defRPr cap="all"/>
          </a:pPr>
          <a:r>
            <a:rPr lang="en-US"/>
            <a:t>Facilitate</a:t>
          </a:r>
        </a:p>
      </dgm:t>
    </dgm:pt>
    <dgm:pt modelId="{9937816E-510F-4F1A-AD07-BE47461F9249}" type="parTrans" cxnId="{AA310A3E-6920-4043-BD20-57781B7DC399}">
      <dgm:prSet/>
      <dgm:spPr/>
      <dgm:t>
        <a:bodyPr/>
        <a:lstStyle/>
        <a:p>
          <a:endParaRPr lang="en-US"/>
        </a:p>
      </dgm:t>
    </dgm:pt>
    <dgm:pt modelId="{676DAD53-BCF5-480C-9FDE-8F72ECC0CB7E}" type="sibTrans" cxnId="{AA310A3E-6920-4043-BD20-57781B7DC399}">
      <dgm:prSet/>
      <dgm:spPr/>
      <dgm:t>
        <a:bodyPr/>
        <a:lstStyle/>
        <a:p>
          <a:endParaRPr lang="en-US"/>
        </a:p>
      </dgm:t>
    </dgm:pt>
    <dgm:pt modelId="{63BF0355-164C-4B24-97D1-E3F968021BCF}">
      <dgm:prSet/>
      <dgm:spPr/>
      <dgm:t>
        <a:bodyPr/>
        <a:lstStyle/>
        <a:p>
          <a:pPr>
            <a:defRPr cap="all"/>
          </a:pPr>
          <a:r>
            <a:rPr lang="en-US" dirty="0"/>
            <a:t>Select ideas</a:t>
          </a:r>
        </a:p>
      </dgm:t>
    </dgm:pt>
    <dgm:pt modelId="{3DFF07F4-7098-45AC-886B-15C315CC9FAC}" type="parTrans" cxnId="{D0705F62-351C-4EAC-A5C2-BC69F9B70F00}">
      <dgm:prSet/>
      <dgm:spPr/>
      <dgm:t>
        <a:bodyPr/>
        <a:lstStyle/>
        <a:p>
          <a:endParaRPr lang="en-US"/>
        </a:p>
      </dgm:t>
    </dgm:pt>
    <dgm:pt modelId="{FFDB5148-D436-4949-B906-0087B53DECBC}" type="sibTrans" cxnId="{D0705F62-351C-4EAC-A5C2-BC69F9B70F00}">
      <dgm:prSet/>
      <dgm:spPr/>
      <dgm:t>
        <a:bodyPr/>
        <a:lstStyle/>
        <a:p>
          <a:endParaRPr lang="en-US"/>
        </a:p>
      </dgm:t>
    </dgm:pt>
    <dgm:pt modelId="{9B4A10A4-6E24-4061-96A7-D2FB61F27389}" type="pres">
      <dgm:prSet presAssocID="{4961AD2A-0E5D-40A8-BDAB-CC9356DD2DBE}" presName="root" presStyleCnt="0">
        <dgm:presLayoutVars>
          <dgm:dir/>
          <dgm:resizeHandles val="exact"/>
        </dgm:presLayoutVars>
      </dgm:prSet>
      <dgm:spPr/>
    </dgm:pt>
    <dgm:pt modelId="{E7C10E1C-D706-4192-920F-1E1CAC9EA24A}" type="pres">
      <dgm:prSet presAssocID="{EA953F5C-1C1D-4F8A-A653-A74E35484970}" presName="compNode" presStyleCnt="0"/>
      <dgm:spPr/>
    </dgm:pt>
    <dgm:pt modelId="{C6C4329C-60D7-4044-9F99-BE9236AE9D6F}" type="pres">
      <dgm:prSet presAssocID="{EA953F5C-1C1D-4F8A-A653-A74E35484970}" presName="iconBgRect" presStyleLbl="bgShp" presStyleIdx="0" presStyleCnt="3"/>
      <dgm:spPr/>
    </dgm:pt>
    <dgm:pt modelId="{B93A90F9-D017-4D6A-AF54-8D223A8503C6}" type="pres">
      <dgm:prSet presAssocID="{EA953F5C-1C1D-4F8A-A653-A74E3548497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AD49934-C8CF-4D44-B4C4-55D605DDEA64}" type="pres">
      <dgm:prSet presAssocID="{EA953F5C-1C1D-4F8A-A653-A74E35484970}" presName="spaceRect" presStyleCnt="0"/>
      <dgm:spPr/>
    </dgm:pt>
    <dgm:pt modelId="{2F2BF401-83A5-4371-A97F-0AA9E5D3B3A7}" type="pres">
      <dgm:prSet presAssocID="{EA953F5C-1C1D-4F8A-A653-A74E35484970}" presName="textRect" presStyleLbl="revTx" presStyleIdx="0" presStyleCnt="3">
        <dgm:presLayoutVars>
          <dgm:chMax val="1"/>
          <dgm:chPref val="1"/>
        </dgm:presLayoutVars>
      </dgm:prSet>
      <dgm:spPr/>
    </dgm:pt>
    <dgm:pt modelId="{417D348E-FBB4-4539-B8F6-E636F53CCC1D}" type="pres">
      <dgm:prSet presAssocID="{28AD858E-0F0B-4DF6-BCFE-422DE6329859}" presName="sibTrans" presStyleCnt="0"/>
      <dgm:spPr/>
    </dgm:pt>
    <dgm:pt modelId="{E9FFCF9B-7773-40B1-BC4D-342C3946056A}" type="pres">
      <dgm:prSet presAssocID="{94B8E9A8-FF60-4CD6-B1A4-CD85E541F6F8}" presName="compNode" presStyleCnt="0"/>
      <dgm:spPr/>
    </dgm:pt>
    <dgm:pt modelId="{01D6FFBC-B4B3-4DC0-B84E-753530EFB25B}" type="pres">
      <dgm:prSet presAssocID="{94B8E9A8-FF60-4CD6-B1A4-CD85E541F6F8}" presName="iconBgRect" presStyleLbl="bgShp" presStyleIdx="1" presStyleCnt="3"/>
      <dgm:spPr/>
    </dgm:pt>
    <dgm:pt modelId="{DE56A313-BC4C-4274-B6F7-CA7A79F8B39B}" type="pres">
      <dgm:prSet presAssocID="{94B8E9A8-FF60-4CD6-B1A4-CD85E541F6F8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5B8493C2-9084-4B47-8925-C070E08F87C5}" type="pres">
      <dgm:prSet presAssocID="{94B8E9A8-FF60-4CD6-B1A4-CD85E541F6F8}" presName="spaceRect" presStyleCnt="0"/>
      <dgm:spPr/>
    </dgm:pt>
    <dgm:pt modelId="{A819A438-7DFE-4719-ABDE-F7A67407EBA0}" type="pres">
      <dgm:prSet presAssocID="{94B8E9A8-FF60-4CD6-B1A4-CD85E541F6F8}" presName="textRect" presStyleLbl="revTx" presStyleIdx="1" presStyleCnt="3">
        <dgm:presLayoutVars>
          <dgm:chMax val="1"/>
          <dgm:chPref val="1"/>
        </dgm:presLayoutVars>
      </dgm:prSet>
      <dgm:spPr/>
    </dgm:pt>
    <dgm:pt modelId="{68FC356C-895D-4F99-A249-6123499A5585}" type="pres">
      <dgm:prSet presAssocID="{676DAD53-BCF5-480C-9FDE-8F72ECC0CB7E}" presName="sibTrans" presStyleCnt="0"/>
      <dgm:spPr/>
    </dgm:pt>
    <dgm:pt modelId="{22C32230-B9C8-4531-965E-DB4E90295DEB}" type="pres">
      <dgm:prSet presAssocID="{63BF0355-164C-4B24-97D1-E3F968021BCF}" presName="compNode" presStyleCnt="0"/>
      <dgm:spPr/>
    </dgm:pt>
    <dgm:pt modelId="{377E1C8A-AC51-4260-889B-AB35AA2458CF}" type="pres">
      <dgm:prSet presAssocID="{63BF0355-164C-4B24-97D1-E3F968021BCF}" presName="iconBgRect" presStyleLbl="bgShp" presStyleIdx="2" presStyleCnt="3"/>
      <dgm:spPr/>
    </dgm:pt>
    <dgm:pt modelId="{F17B84F7-1BCB-44FC-8A4D-12F33DEBAB38}" type="pres">
      <dgm:prSet presAssocID="{63BF0355-164C-4B24-97D1-E3F968021BC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4C330FC3-46AD-4CAF-9731-E2BEB1A67735}" type="pres">
      <dgm:prSet presAssocID="{63BF0355-164C-4B24-97D1-E3F968021BCF}" presName="spaceRect" presStyleCnt="0"/>
      <dgm:spPr/>
    </dgm:pt>
    <dgm:pt modelId="{20BBE54D-8099-4B80-AAB6-577EABBCB488}" type="pres">
      <dgm:prSet presAssocID="{63BF0355-164C-4B24-97D1-E3F968021BC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B43F830-505F-491E-AF68-FE98668E9635}" type="presOf" srcId="{4961AD2A-0E5D-40A8-BDAB-CC9356DD2DBE}" destId="{9B4A10A4-6E24-4061-96A7-D2FB61F27389}" srcOrd="0" destOrd="0" presId="urn:microsoft.com/office/officeart/2018/5/layout/IconCircleLabelList"/>
    <dgm:cxn modelId="{AA310A3E-6920-4043-BD20-57781B7DC399}" srcId="{4961AD2A-0E5D-40A8-BDAB-CC9356DD2DBE}" destId="{94B8E9A8-FF60-4CD6-B1A4-CD85E541F6F8}" srcOrd="1" destOrd="0" parTransId="{9937816E-510F-4F1A-AD07-BE47461F9249}" sibTransId="{676DAD53-BCF5-480C-9FDE-8F72ECC0CB7E}"/>
    <dgm:cxn modelId="{D0705F62-351C-4EAC-A5C2-BC69F9B70F00}" srcId="{4961AD2A-0E5D-40A8-BDAB-CC9356DD2DBE}" destId="{63BF0355-164C-4B24-97D1-E3F968021BCF}" srcOrd="2" destOrd="0" parTransId="{3DFF07F4-7098-45AC-886B-15C315CC9FAC}" sibTransId="{FFDB5148-D436-4949-B906-0087B53DECBC}"/>
    <dgm:cxn modelId="{CD49EA70-74C2-419A-9C28-6BF48A6D461B}" type="presOf" srcId="{EA953F5C-1C1D-4F8A-A653-A74E35484970}" destId="{2F2BF401-83A5-4371-A97F-0AA9E5D3B3A7}" srcOrd="0" destOrd="0" presId="urn:microsoft.com/office/officeart/2018/5/layout/IconCircleLabelList"/>
    <dgm:cxn modelId="{A91D4398-BA8F-4BBB-8DE4-484E44B75B84}" srcId="{4961AD2A-0E5D-40A8-BDAB-CC9356DD2DBE}" destId="{EA953F5C-1C1D-4F8A-A653-A74E35484970}" srcOrd="0" destOrd="0" parTransId="{CEB5328D-96EE-4B4D-B037-8873B7E7EDC2}" sibTransId="{28AD858E-0F0B-4DF6-BCFE-422DE6329859}"/>
    <dgm:cxn modelId="{11C212C5-ED6B-4A70-8571-F505D0B838AA}" type="presOf" srcId="{94B8E9A8-FF60-4CD6-B1A4-CD85E541F6F8}" destId="{A819A438-7DFE-4719-ABDE-F7A67407EBA0}" srcOrd="0" destOrd="0" presId="urn:microsoft.com/office/officeart/2018/5/layout/IconCircleLabelList"/>
    <dgm:cxn modelId="{BA1F0AD6-0828-4355-8B67-1C95BA774BAC}" type="presOf" srcId="{63BF0355-164C-4B24-97D1-E3F968021BCF}" destId="{20BBE54D-8099-4B80-AAB6-577EABBCB488}" srcOrd="0" destOrd="0" presId="urn:microsoft.com/office/officeart/2018/5/layout/IconCircleLabelList"/>
    <dgm:cxn modelId="{C7457C3E-7552-4FCD-940E-65C4621C1DF5}" type="presParOf" srcId="{9B4A10A4-6E24-4061-96A7-D2FB61F27389}" destId="{E7C10E1C-D706-4192-920F-1E1CAC9EA24A}" srcOrd="0" destOrd="0" presId="urn:microsoft.com/office/officeart/2018/5/layout/IconCircleLabelList"/>
    <dgm:cxn modelId="{E95F7551-53DB-45B6-9FF5-E08ABCCD7D25}" type="presParOf" srcId="{E7C10E1C-D706-4192-920F-1E1CAC9EA24A}" destId="{C6C4329C-60D7-4044-9F99-BE9236AE9D6F}" srcOrd="0" destOrd="0" presId="urn:microsoft.com/office/officeart/2018/5/layout/IconCircleLabelList"/>
    <dgm:cxn modelId="{F475CD55-ED5F-4F1C-B740-C16661C7FB2D}" type="presParOf" srcId="{E7C10E1C-D706-4192-920F-1E1CAC9EA24A}" destId="{B93A90F9-D017-4D6A-AF54-8D223A8503C6}" srcOrd="1" destOrd="0" presId="urn:microsoft.com/office/officeart/2018/5/layout/IconCircleLabelList"/>
    <dgm:cxn modelId="{3DD150DF-3F28-4369-82A7-D50FDDAC23BE}" type="presParOf" srcId="{E7C10E1C-D706-4192-920F-1E1CAC9EA24A}" destId="{AAD49934-C8CF-4D44-B4C4-55D605DDEA64}" srcOrd="2" destOrd="0" presId="urn:microsoft.com/office/officeart/2018/5/layout/IconCircleLabelList"/>
    <dgm:cxn modelId="{C4639490-954C-4CA3-8383-40DD20618583}" type="presParOf" srcId="{E7C10E1C-D706-4192-920F-1E1CAC9EA24A}" destId="{2F2BF401-83A5-4371-A97F-0AA9E5D3B3A7}" srcOrd="3" destOrd="0" presId="urn:microsoft.com/office/officeart/2018/5/layout/IconCircleLabelList"/>
    <dgm:cxn modelId="{DBB8C4F7-0923-462F-87BA-7920661567FB}" type="presParOf" srcId="{9B4A10A4-6E24-4061-96A7-D2FB61F27389}" destId="{417D348E-FBB4-4539-B8F6-E636F53CCC1D}" srcOrd="1" destOrd="0" presId="urn:microsoft.com/office/officeart/2018/5/layout/IconCircleLabelList"/>
    <dgm:cxn modelId="{E2392214-50F2-457D-B2F9-CEEF7F5485BA}" type="presParOf" srcId="{9B4A10A4-6E24-4061-96A7-D2FB61F27389}" destId="{E9FFCF9B-7773-40B1-BC4D-342C3946056A}" srcOrd="2" destOrd="0" presId="urn:microsoft.com/office/officeart/2018/5/layout/IconCircleLabelList"/>
    <dgm:cxn modelId="{14C0B407-CFE3-473C-A511-18E327DC1F15}" type="presParOf" srcId="{E9FFCF9B-7773-40B1-BC4D-342C3946056A}" destId="{01D6FFBC-B4B3-4DC0-B84E-753530EFB25B}" srcOrd="0" destOrd="0" presId="urn:microsoft.com/office/officeart/2018/5/layout/IconCircleLabelList"/>
    <dgm:cxn modelId="{0D89A21F-0408-4C40-80E7-EFA91B702BD5}" type="presParOf" srcId="{E9FFCF9B-7773-40B1-BC4D-342C3946056A}" destId="{DE56A313-BC4C-4274-B6F7-CA7A79F8B39B}" srcOrd="1" destOrd="0" presId="urn:microsoft.com/office/officeart/2018/5/layout/IconCircleLabelList"/>
    <dgm:cxn modelId="{A7465C2F-1F5C-4930-A975-D867E15085F6}" type="presParOf" srcId="{E9FFCF9B-7773-40B1-BC4D-342C3946056A}" destId="{5B8493C2-9084-4B47-8925-C070E08F87C5}" srcOrd="2" destOrd="0" presId="urn:microsoft.com/office/officeart/2018/5/layout/IconCircleLabelList"/>
    <dgm:cxn modelId="{D78E3889-2F1A-4075-B68A-EBFEDF87BB5C}" type="presParOf" srcId="{E9FFCF9B-7773-40B1-BC4D-342C3946056A}" destId="{A819A438-7DFE-4719-ABDE-F7A67407EBA0}" srcOrd="3" destOrd="0" presId="urn:microsoft.com/office/officeart/2018/5/layout/IconCircleLabelList"/>
    <dgm:cxn modelId="{BA8AE072-49C0-455E-8E0B-26AC0EC13ED2}" type="presParOf" srcId="{9B4A10A4-6E24-4061-96A7-D2FB61F27389}" destId="{68FC356C-895D-4F99-A249-6123499A5585}" srcOrd="3" destOrd="0" presId="urn:microsoft.com/office/officeart/2018/5/layout/IconCircleLabelList"/>
    <dgm:cxn modelId="{3EF537F0-EEB4-413D-B724-01395D58200E}" type="presParOf" srcId="{9B4A10A4-6E24-4061-96A7-D2FB61F27389}" destId="{22C32230-B9C8-4531-965E-DB4E90295DEB}" srcOrd="4" destOrd="0" presId="urn:microsoft.com/office/officeart/2018/5/layout/IconCircleLabelList"/>
    <dgm:cxn modelId="{4160CCC0-5F35-4DF1-B382-FDE3BB05043B}" type="presParOf" srcId="{22C32230-B9C8-4531-965E-DB4E90295DEB}" destId="{377E1C8A-AC51-4260-889B-AB35AA2458CF}" srcOrd="0" destOrd="0" presId="urn:microsoft.com/office/officeart/2018/5/layout/IconCircleLabelList"/>
    <dgm:cxn modelId="{07F9ECC2-EED2-40E9-882C-E812764455FA}" type="presParOf" srcId="{22C32230-B9C8-4531-965E-DB4E90295DEB}" destId="{F17B84F7-1BCB-44FC-8A4D-12F33DEBAB38}" srcOrd="1" destOrd="0" presId="urn:microsoft.com/office/officeart/2018/5/layout/IconCircleLabelList"/>
    <dgm:cxn modelId="{B22A36E7-5AA4-4508-82F1-B417EEBDA7FD}" type="presParOf" srcId="{22C32230-B9C8-4531-965E-DB4E90295DEB}" destId="{4C330FC3-46AD-4CAF-9731-E2BEB1A67735}" srcOrd="2" destOrd="0" presId="urn:microsoft.com/office/officeart/2018/5/layout/IconCircleLabelList"/>
    <dgm:cxn modelId="{06B034CC-D3DD-44F0-8A7A-517241D093A0}" type="presParOf" srcId="{22C32230-B9C8-4531-965E-DB4E90295DEB}" destId="{20BBE54D-8099-4B80-AAB6-577EABBCB48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DE3167-320A-4E83-9245-94CCF71F4C94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295131-B032-4EC5-A5AC-1FD4065CBC87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184FD1-4C21-492D-8922-9D875F311377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What is creative?</a:t>
          </a:r>
          <a:endParaRPr lang="en-US" sz="2500" kern="1200"/>
        </a:p>
      </dsp:txBody>
      <dsp:txXfrm>
        <a:off x="54974" y="2798862"/>
        <a:ext cx="2868750" cy="720000"/>
      </dsp:txXfrm>
    </dsp:sp>
    <dsp:sp modelId="{31162192-3141-4F17-8F1C-C784692B938F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70B656-5922-4F38-BABE-1648D73239B1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DCFD8F-E4DF-4FB7-85B1-6866721C6D93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How does the brain work?</a:t>
          </a:r>
          <a:endParaRPr lang="en-US" sz="2500" kern="1200"/>
        </a:p>
      </dsp:txBody>
      <dsp:txXfrm>
        <a:off x="3425756" y="2798862"/>
        <a:ext cx="2868750" cy="720000"/>
      </dsp:txXfrm>
    </dsp:sp>
    <dsp:sp modelId="{11F10CDD-A700-49EE-8DBB-74D384055108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8E57AD-D5B2-4902-B96C-A6F05FBD456F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209D5F-6DD5-4E2A-9E7B-7C2C9EB29395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GB" sz="2500" kern="1200"/>
            <a:t>What is barriers?</a:t>
          </a:r>
          <a:endParaRPr lang="en-US" sz="2500" kern="1200"/>
        </a:p>
      </dsp:txBody>
      <dsp:txXfrm>
        <a:off x="6796537" y="2798862"/>
        <a:ext cx="28687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125506-BEA5-4D96-9282-99E9DAD0B445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A6EF929-B8FD-44CA-82A1-7D403D91BA0A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B837B7-0D45-4269-8BA8-3C04D4694CD9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Methodology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(SIT)</a:t>
          </a:r>
        </a:p>
      </dsp:txBody>
      <dsp:txXfrm>
        <a:off x="54974" y="2798862"/>
        <a:ext cx="2868750" cy="720000"/>
      </dsp:txXfrm>
    </dsp:sp>
    <dsp:sp modelId="{9C66F19F-CF17-445A-BFCE-01137F72BB03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691563-9A3A-4B6D-BD25-E5E10D1E32DD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914E0C-F6DD-41A2-AD28-EF94CC131079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400" kern="1200" dirty="0"/>
            <a:t>Principle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 dirty="0"/>
            <a:t>(Function follow form)</a:t>
          </a:r>
        </a:p>
      </dsp:txBody>
      <dsp:txXfrm>
        <a:off x="3425756" y="2798862"/>
        <a:ext cx="2868750" cy="720000"/>
      </dsp:txXfrm>
    </dsp:sp>
    <dsp:sp modelId="{42784B0B-8D3B-425F-B88B-080BF69D95CD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DFCD0F-A928-4943-828A-4DC30E8D073F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0FE513-9318-49CC-A60A-4E12C466A96E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 dirty="0"/>
            <a:t>5 Thinking techniques</a:t>
          </a:r>
        </a:p>
      </dsp:txBody>
      <dsp:txXfrm>
        <a:off x="6796537" y="2798862"/>
        <a:ext cx="28687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C4329C-60D7-4044-9F99-BE9236AE9D6F}">
      <dsp:nvSpPr>
        <dsp:cNvPr id="0" name=""/>
        <dsp:cNvSpPr/>
      </dsp:nvSpPr>
      <dsp:spPr>
        <a:xfrm>
          <a:off x="614381" y="503862"/>
          <a:ext cx="1749937" cy="1749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3A90F9-D017-4D6A-AF54-8D223A8503C6}">
      <dsp:nvSpPr>
        <dsp:cNvPr id="0" name=""/>
        <dsp:cNvSpPr/>
      </dsp:nvSpPr>
      <dsp:spPr>
        <a:xfrm>
          <a:off x="987318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BF401-83A5-4371-A97F-0AA9E5D3B3A7}">
      <dsp:nvSpPr>
        <dsp:cNvPr id="0" name=""/>
        <dsp:cNvSpPr/>
      </dsp:nvSpPr>
      <dsp:spPr>
        <a:xfrm>
          <a:off x="54974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 dirty="0"/>
            <a:t>Create team</a:t>
          </a:r>
        </a:p>
      </dsp:txBody>
      <dsp:txXfrm>
        <a:off x="54974" y="2798862"/>
        <a:ext cx="2868750" cy="720000"/>
      </dsp:txXfrm>
    </dsp:sp>
    <dsp:sp modelId="{01D6FFBC-B4B3-4DC0-B84E-753530EFB25B}">
      <dsp:nvSpPr>
        <dsp:cNvPr id="0" name=""/>
        <dsp:cNvSpPr/>
      </dsp:nvSpPr>
      <dsp:spPr>
        <a:xfrm>
          <a:off x="3985162" y="503862"/>
          <a:ext cx="1749937" cy="1749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56A313-BC4C-4274-B6F7-CA7A79F8B39B}">
      <dsp:nvSpPr>
        <dsp:cNvPr id="0" name=""/>
        <dsp:cNvSpPr/>
      </dsp:nvSpPr>
      <dsp:spPr>
        <a:xfrm>
          <a:off x="4358099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19A438-7DFE-4719-ABDE-F7A67407EBA0}">
      <dsp:nvSpPr>
        <dsp:cNvPr id="0" name=""/>
        <dsp:cNvSpPr/>
      </dsp:nvSpPr>
      <dsp:spPr>
        <a:xfrm>
          <a:off x="3425756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/>
            <a:t>Facilitate</a:t>
          </a:r>
        </a:p>
      </dsp:txBody>
      <dsp:txXfrm>
        <a:off x="3425756" y="2798862"/>
        <a:ext cx="2868750" cy="720000"/>
      </dsp:txXfrm>
    </dsp:sp>
    <dsp:sp modelId="{377E1C8A-AC51-4260-889B-AB35AA2458CF}">
      <dsp:nvSpPr>
        <dsp:cNvPr id="0" name=""/>
        <dsp:cNvSpPr/>
      </dsp:nvSpPr>
      <dsp:spPr>
        <a:xfrm>
          <a:off x="7355943" y="503862"/>
          <a:ext cx="1749937" cy="1749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17B84F7-1BCB-44FC-8A4D-12F33DEBAB38}">
      <dsp:nvSpPr>
        <dsp:cNvPr id="0" name=""/>
        <dsp:cNvSpPr/>
      </dsp:nvSpPr>
      <dsp:spPr>
        <a:xfrm>
          <a:off x="7728881" y="876800"/>
          <a:ext cx="1004062" cy="10040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BE54D-8099-4B80-AAB6-577EABBCB488}">
      <dsp:nvSpPr>
        <dsp:cNvPr id="0" name=""/>
        <dsp:cNvSpPr/>
      </dsp:nvSpPr>
      <dsp:spPr>
        <a:xfrm>
          <a:off x="6796537" y="2798862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3700" kern="1200" dirty="0"/>
            <a:t>Select ideas</a:t>
          </a:r>
        </a:p>
      </dsp:txBody>
      <dsp:txXfrm>
        <a:off x="6796537" y="2798862"/>
        <a:ext cx="286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675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798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42215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989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35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772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000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645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297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700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1126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B999BF66-A71A-40AD-BEA3-630046E25C48}" type="datetimeFigureOut">
              <a:rPr lang="en-US" smtClean="0"/>
              <a:t>1/5/2020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475E68E2-D38F-4E1D-B395-5BE56C4C105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0083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pinterest.com/drewboy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C731E-493E-4275-B595-855DA2D1CC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cap="none" dirty="0"/>
              <a:t>Creative Thinking</a:t>
            </a:r>
            <a:br>
              <a:rPr lang="en-US" cap="none" dirty="0"/>
            </a:br>
            <a:r>
              <a:rPr lang="en-US" sz="2400" cap="none" dirty="0"/>
              <a:t>By Drew Boyd</a:t>
            </a:r>
            <a:endParaRPr lang="en-US" cap="non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1900FD-138D-4093-A133-6B7966A88E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Thanyaporn Phinthuphan</a:t>
            </a:r>
          </a:p>
          <a:p>
            <a:r>
              <a:rPr lang="en-US" dirty="0"/>
              <a:t>8 Jan 2020</a:t>
            </a:r>
          </a:p>
        </p:txBody>
      </p:sp>
    </p:spTree>
    <p:extLst>
      <p:ext uri="{BB962C8B-B14F-4D97-AF65-F5344CB8AC3E}">
        <p14:creationId xmlns:p14="http://schemas.microsoft.com/office/powerpoint/2010/main" val="188407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Outline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Introduction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Individual creativity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Group creativity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Conclusion</a:t>
            </a:r>
          </a:p>
        </p:txBody>
      </p:sp>
    </p:spTree>
    <p:extLst>
      <p:ext uri="{BB962C8B-B14F-4D97-AF65-F5344CB8AC3E}">
        <p14:creationId xmlns:p14="http://schemas.microsoft.com/office/powerpoint/2010/main" val="3646681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cap="none" dirty="0"/>
              <a:t>Introduction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49111C-39B9-411A-A45D-11230D52E9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372838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29902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What is creative?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creative thought have 3 criteria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new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useful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surprising</a:t>
            </a:r>
          </a:p>
        </p:txBody>
      </p:sp>
    </p:spTree>
    <p:extLst>
      <p:ext uri="{BB962C8B-B14F-4D97-AF65-F5344CB8AC3E}">
        <p14:creationId xmlns:p14="http://schemas.microsoft.com/office/powerpoint/2010/main" val="1975386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How does the brain work?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brain process called </a:t>
            </a:r>
          </a:p>
          <a:p>
            <a:pPr algn="ctr"/>
            <a:r>
              <a:rPr lang="en-US" sz="3600" b="1" dirty="0" err="1">
                <a:solidFill>
                  <a:schemeClr val="accent2">
                    <a:lumMod val="75000"/>
                  </a:schemeClr>
                </a:solidFill>
              </a:rPr>
              <a:t>Geneplore</a:t>
            </a:r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= </a:t>
            </a:r>
          </a:p>
          <a:p>
            <a:pPr algn="ctr"/>
            <a:r>
              <a:rPr lang="en-US" sz="3600" b="1" dirty="0">
                <a:solidFill>
                  <a:schemeClr val="accent2">
                    <a:lumMod val="75000"/>
                  </a:schemeClr>
                </a:solidFill>
              </a:rPr>
              <a:t>Generation + Exploration</a:t>
            </a:r>
            <a:endParaRPr lang="en-US" b="1" dirty="0"/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generates a concept when you force previously unrelated things together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explores the value of concept for some reason why that would be useful</a:t>
            </a:r>
          </a:p>
        </p:txBody>
      </p:sp>
    </p:spTree>
    <p:extLst>
      <p:ext uri="{BB962C8B-B14F-4D97-AF65-F5344CB8AC3E}">
        <p14:creationId xmlns:p14="http://schemas.microsoft.com/office/powerpoint/2010/main" val="3915928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What is the barriers?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constraints?</a:t>
            </a:r>
          </a:p>
        </p:txBody>
      </p:sp>
    </p:spTree>
    <p:extLst>
      <p:ext uri="{BB962C8B-B14F-4D97-AF65-F5344CB8AC3E}">
        <p14:creationId xmlns:p14="http://schemas.microsoft.com/office/powerpoint/2010/main" val="280086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cap="none" dirty="0"/>
              <a:t>What is the barriers?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constraints </a:t>
            </a:r>
          </a:p>
          <a:p>
            <a:pPr marL="463550" indent="219075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  your brain works harder and smarter when given tight boundaries. </a:t>
            </a:r>
          </a:p>
          <a:p>
            <a:pPr marL="463550" indent="219075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  the more constrained you are, the more creative you'll be</a:t>
            </a:r>
            <a:endParaRPr lang="en-US" dirty="0"/>
          </a:p>
        </p:txBody>
      </p:sp>
      <p:pic>
        <p:nvPicPr>
          <p:cNvPr id="9" name="Graphic 8" descr="Close">
            <a:extLst>
              <a:ext uri="{FF2B5EF4-FFF2-40B4-BE49-F238E27FC236}">
                <a16:creationId xmlns:a16="http://schemas.microsoft.com/office/drawing/2014/main" id="{4C30ACB0-2049-42C5-AAD8-76FE3F4B9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8787" y="2190529"/>
            <a:ext cx="554539" cy="55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4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cap="none" dirty="0"/>
              <a:t>What is the barriers?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constraints</a:t>
            </a:r>
          </a:p>
          <a:p>
            <a:pPr marL="463550" indent="219075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  your brain works harder and smarter when given tight boundaries </a:t>
            </a:r>
          </a:p>
          <a:p>
            <a:pPr marL="463550" indent="219075">
              <a:buFont typeface="Wingdings" panose="05000000000000000000" pitchFamily="2" charset="2"/>
              <a:buChar char="à"/>
            </a:pPr>
            <a:r>
              <a:rPr lang="en-GB" dirty="0">
                <a:sym typeface="Wingdings" panose="05000000000000000000" pitchFamily="2" charset="2"/>
              </a:rPr>
              <a:t>  the more constrained you are, the more creative you'll be</a:t>
            </a:r>
          </a:p>
          <a:p>
            <a:pPr marL="46355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fixedness</a:t>
            </a:r>
          </a:p>
          <a:p>
            <a:pPr marL="457200" indent="233363">
              <a:buFont typeface="Wingdings" panose="05000000000000000000" pitchFamily="2" charset="2"/>
              <a:buChar char=""/>
            </a:pPr>
            <a:r>
              <a:rPr lang="en-GB" dirty="0">
                <a:sym typeface="Wingdings" panose="05000000000000000000" pitchFamily="2" charset="2"/>
              </a:rPr>
              <a:t>  limits our ability to see the world differently</a:t>
            </a:r>
          </a:p>
          <a:p>
            <a:pPr marL="457200" indent="233363">
              <a:buFont typeface="Wingdings" panose="05000000000000000000" pitchFamily="2" charset="2"/>
              <a:buChar char=""/>
            </a:pPr>
            <a:r>
              <a:rPr lang="en-GB" dirty="0">
                <a:sym typeface="Wingdings" panose="05000000000000000000" pitchFamily="2" charset="2"/>
              </a:rPr>
              <a:t>  3 types: functional, structural, relational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Graphic 5" descr="Close">
            <a:extLst>
              <a:ext uri="{FF2B5EF4-FFF2-40B4-BE49-F238E27FC236}">
                <a16:creationId xmlns:a16="http://schemas.microsoft.com/office/drawing/2014/main" id="{064721C8-F94B-43CA-AD13-2451068649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8787" y="2190529"/>
            <a:ext cx="554539" cy="554539"/>
          </a:xfrm>
          <a:prstGeom prst="rect">
            <a:avLst/>
          </a:prstGeom>
        </p:spPr>
      </p:pic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87F5C8C1-D1A0-4A56-9179-D7476644EA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08787" y="4037125"/>
            <a:ext cx="554539" cy="55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713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cap="none" dirty="0"/>
              <a:t>Individual creativity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C9C66A1-4850-4385-860C-6D6711E013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7827532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28540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SIT Methodology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SIT: Systematic Inventive Thinking</a:t>
            </a:r>
          </a:p>
          <a:p>
            <a:pPr marL="457200" indent="236538">
              <a:buFont typeface="Wingdings" panose="05000000000000000000" pitchFamily="2" charset="2"/>
              <a:buChar char=""/>
            </a:pPr>
            <a:r>
              <a:rPr lang="en-US" dirty="0"/>
              <a:t>   </a:t>
            </a:r>
            <a:r>
              <a:rPr lang="en-GB" dirty="0"/>
              <a:t>innovation follows a set of patterns that can be reapplied to any product</a:t>
            </a:r>
          </a:p>
          <a:p>
            <a:pPr marL="457200" indent="236538">
              <a:buFont typeface="Wingdings" panose="05000000000000000000" pitchFamily="2" charset="2"/>
              <a:buChar char=""/>
            </a:pPr>
            <a:r>
              <a:rPr lang="en-GB" dirty="0"/>
              <a:t>  5 patterns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90404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Function Follow Form Principle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en-US" dirty="0"/>
              <a:t>  </a:t>
            </a:r>
            <a:r>
              <a:rPr lang="en-GB" dirty="0"/>
              <a:t>starting with the solution and then work backwards to the problem</a:t>
            </a:r>
            <a:endParaRPr lang="en-US" dirty="0"/>
          </a:p>
          <a:p>
            <a:pPr marL="690563" indent="-344488">
              <a:buFont typeface="+mj-lt"/>
              <a:buAutoNum type="arabicPeriod"/>
            </a:pPr>
            <a:r>
              <a:rPr lang="en-GB" dirty="0"/>
              <a:t>start with an existing situation  </a:t>
            </a:r>
            <a:r>
              <a:rPr lang="en-GB" dirty="0">
                <a:sym typeface="Wingdings" panose="05000000000000000000" pitchFamily="2" charset="2"/>
              </a:rPr>
              <a:t> list all the components / attributes</a:t>
            </a:r>
            <a:endParaRPr lang="en-GB" dirty="0"/>
          </a:p>
          <a:p>
            <a:pPr marL="690563" indent="-344488">
              <a:lnSpc>
                <a:spcPct val="100000"/>
              </a:lnSpc>
              <a:buFont typeface="+mj-lt"/>
              <a:buAutoNum type="arabicPeriod"/>
            </a:pPr>
            <a:r>
              <a:rPr lang="en-GB" dirty="0"/>
              <a:t>apply one of the five thinking tools </a:t>
            </a:r>
            <a:r>
              <a:rPr lang="en-GB" dirty="0">
                <a:sym typeface="Wingdings" panose="05000000000000000000" pitchFamily="2" charset="2"/>
              </a:rPr>
              <a:t> virtual product</a:t>
            </a:r>
            <a:endParaRPr lang="en-GB" dirty="0"/>
          </a:p>
          <a:p>
            <a:pPr marL="690563" indent="-344488">
              <a:buFont typeface="+mj-lt"/>
              <a:buAutoNum type="arabicPeriod"/>
            </a:pPr>
            <a:r>
              <a:rPr lang="en-GB" dirty="0"/>
              <a:t>ask yourself 2 questions</a:t>
            </a:r>
          </a:p>
          <a:p>
            <a:pPr marL="1025525" lvl="1" indent="-344488">
              <a:spcBef>
                <a:spcPts val="1200"/>
              </a:spcBef>
              <a:buFont typeface="Wingdings" panose="05000000000000000000" pitchFamily="2" charset="2"/>
              <a:buChar char="à"/>
            </a:pPr>
            <a:r>
              <a:rPr lang="en-GB" dirty="0"/>
              <a:t>should we do it?</a:t>
            </a:r>
          </a:p>
          <a:p>
            <a:pPr marL="1025525" lvl="1" indent="-344488">
              <a:spcBef>
                <a:spcPts val="1200"/>
              </a:spcBef>
              <a:buFont typeface="Wingdings" panose="05000000000000000000" pitchFamily="2" charset="2"/>
              <a:buChar char="à"/>
            </a:pPr>
            <a:r>
              <a:rPr lang="en-GB" dirty="0"/>
              <a:t>can we do it?</a:t>
            </a:r>
          </a:p>
          <a:p>
            <a:pPr marL="690563" indent="-344488">
              <a:buFont typeface="+mj-lt"/>
              <a:buAutoNum type="arabicPeriod"/>
            </a:pPr>
            <a:r>
              <a:rPr lang="en-GB" dirty="0"/>
              <a:t>adaptations step</a:t>
            </a:r>
          </a:p>
        </p:txBody>
      </p:sp>
    </p:spTree>
    <p:extLst>
      <p:ext uri="{BB962C8B-B14F-4D97-AF65-F5344CB8AC3E}">
        <p14:creationId xmlns:p14="http://schemas.microsoft.com/office/powerpoint/2010/main" val="41836458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Technique 1 : Subtraction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</a:t>
            </a:r>
            <a:r>
              <a:rPr lang="en-GB" dirty="0"/>
              <a:t>the elimination of an essential component of a product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list all the internal components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remove a component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ask yourself 2 questions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9353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Technique 2 : Division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3363" indent="-233363">
              <a:buFont typeface="Wingdings" panose="05000000000000000000" pitchFamily="2" charset="2"/>
              <a:buChar char="§"/>
            </a:pPr>
            <a:r>
              <a:rPr lang="en-GB" dirty="0"/>
              <a:t>separate the product or its components and then rearranging them back into the product</a:t>
            </a:r>
          </a:p>
          <a:p>
            <a:pPr marL="233363" indent="-233363">
              <a:buFont typeface="Wingdings" panose="05000000000000000000" pitchFamily="2" charset="2"/>
              <a:buChar char="§"/>
            </a:pPr>
            <a:r>
              <a:rPr lang="en-GB" dirty="0"/>
              <a:t>3 types</a:t>
            </a:r>
          </a:p>
          <a:p>
            <a:pPr marL="233363" indent="223838">
              <a:buFont typeface="Wingdings" panose="05000000000000000000" pitchFamily="2" charset="2"/>
              <a:buChar char="à"/>
            </a:pPr>
            <a:r>
              <a:rPr lang="en-GB" sz="2000" dirty="0"/>
              <a:t> divide functionally</a:t>
            </a:r>
          </a:p>
          <a:p>
            <a:pPr marL="233363" indent="223838">
              <a:buFont typeface="Wingdings" panose="05000000000000000000" pitchFamily="2" charset="2"/>
              <a:buChar char="à"/>
            </a:pPr>
            <a:r>
              <a:rPr lang="en-GB" sz="2000" dirty="0"/>
              <a:t>  divide physically</a:t>
            </a:r>
          </a:p>
          <a:p>
            <a:pPr marL="233363" indent="223838">
              <a:buFont typeface="Wingdings" panose="05000000000000000000" pitchFamily="2" charset="2"/>
              <a:buChar char="à"/>
            </a:pPr>
            <a:r>
              <a:rPr lang="en-GB" sz="2000" dirty="0"/>
              <a:t>  divide through preserving</a:t>
            </a:r>
          </a:p>
          <a:p>
            <a:pPr marL="233363" indent="-233363">
              <a:buFont typeface="Wingdings" panose="05000000000000000000" pitchFamily="2" charset="2"/>
              <a:buChar char="§"/>
            </a:pPr>
            <a:r>
              <a:rPr lang="en-US" dirty="0"/>
              <a:t>cuts your biggest challenges down to size so you can see new innovative opportunities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63993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Technique 3 : Multiplication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3363" indent="-233363">
              <a:buFont typeface="Wingdings" panose="05000000000000000000" pitchFamily="2" charset="2"/>
              <a:buChar char="§"/>
            </a:pPr>
            <a:r>
              <a:rPr lang="en-GB" dirty="0"/>
              <a:t>copy an element already existing in a product but change it in some counterintuitive way</a:t>
            </a:r>
            <a:endParaRPr lang="en-US" dirty="0"/>
          </a:p>
          <a:p>
            <a:pPr marL="233363" indent="-233363">
              <a:buFont typeface="Wingdings" panose="05000000000000000000" pitchFamily="2" charset="2"/>
              <a:buChar char="§"/>
            </a:pPr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B5C308-7DE3-4DE5-A0AA-E212C4206FD4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429000"/>
            <a:ext cx="2438400" cy="188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542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Technique 4 : Task Unification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3363" indent="-233363">
              <a:buFont typeface="Wingdings" panose="05000000000000000000" pitchFamily="2" charset="2"/>
              <a:buChar char="§"/>
            </a:pPr>
            <a:r>
              <a:rPr lang="en-GB" dirty="0"/>
              <a:t>assign additional tasks to an existing resource</a:t>
            </a:r>
          </a:p>
          <a:p>
            <a:pPr marL="233363" indent="-233363">
              <a:buFont typeface="Wingdings" panose="05000000000000000000" pitchFamily="2" charset="2"/>
              <a:buChar char="§"/>
            </a:pPr>
            <a:r>
              <a:rPr lang="en-GB" dirty="0"/>
              <a:t>3 general ways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dirty="0"/>
              <a:t>  </a:t>
            </a:r>
            <a:r>
              <a:rPr lang="en-US" dirty="0"/>
              <a:t>an internal component takes the job of another internal component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  an internal component takes the job of an external component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/>
              <a:t>  </a:t>
            </a:r>
            <a:r>
              <a:rPr lang="en-GB" dirty="0"/>
              <a:t>an external component takes the job of an internal component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650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10202672" cy="1499616"/>
          </a:xfrm>
        </p:spPr>
        <p:txBody>
          <a:bodyPr>
            <a:normAutofit/>
          </a:bodyPr>
          <a:lstStyle/>
          <a:p>
            <a:r>
              <a:rPr lang="en-US" sz="4800" cap="none" dirty="0"/>
              <a:t>Technique 5 : Attribute Dependency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3363" indent="-233363">
              <a:buFont typeface="Wingdings" panose="05000000000000000000" pitchFamily="2" charset="2"/>
              <a:buChar char="§"/>
            </a:pPr>
            <a:r>
              <a:rPr lang="en-GB" dirty="0"/>
              <a:t>one thing changes as another thing changes</a:t>
            </a:r>
          </a:p>
          <a:p>
            <a:pPr marL="233363" indent="-233363">
              <a:buFont typeface="Wingdings" panose="05000000000000000000" pitchFamily="2" charset="2"/>
              <a:buChar char="§"/>
            </a:pPr>
            <a:r>
              <a:rPr lang="en-GB" dirty="0"/>
              <a:t>make 2 lists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dirty="0"/>
              <a:t>  list attributes of the surrounding environment and people related as 1, 2, 3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dirty="0"/>
              <a:t>  list attributes of the product or service as A, B, C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GB" dirty="0"/>
              <a:t>  randomly select one attribute from each list and create a simple phrase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dirty="0"/>
              <a:t>  As attribute ______ changes, so does attribute _______.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182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US" cap="none" dirty="0"/>
              <a:t>Group Creativity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166C6B6-58B2-4604-841A-330834EE90F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5289245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38049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Creativity dream team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3363" indent="-233363">
              <a:buFont typeface="Wingdings" panose="05000000000000000000" pitchFamily="2" charset="2"/>
              <a:buChar char="§"/>
            </a:pPr>
            <a:r>
              <a:rPr lang="en-US" dirty="0"/>
              <a:t>Diversity </a:t>
            </a:r>
            <a:r>
              <a:rPr lang="en-US" dirty="0">
                <a:sym typeface="Wingdings" panose="05000000000000000000" pitchFamily="2" charset="2"/>
              </a:rPr>
              <a:t> functional, gender, cultural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0664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Facilitate group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decide on a workshop location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identify constraints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decide which of 5 techniques to apply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create a list of the components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work in smaller groups with different component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  prevent bias with ideas</a:t>
            </a:r>
          </a:p>
        </p:txBody>
      </p:sp>
    </p:spTree>
    <p:extLst>
      <p:ext uri="{BB962C8B-B14F-4D97-AF65-F5344CB8AC3E}">
        <p14:creationId xmlns:p14="http://schemas.microsoft.com/office/powerpoint/2010/main" val="2438323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Select the best ideas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3363" indent="-233363">
              <a:buFont typeface="Wingdings" panose="05000000000000000000" pitchFamily="2" charset="2"/>
              <a:buChar char="§"/>
            </a:pPr>
            <a:r>
              <a:rPr lang="en-US" dirty="0"/>
              <a:t>decide what qualifies as a great idea</a:t>
            </a:r>
          </a:p>
          <a:p>
            <a:pPr marL="233363" indent="-233363">
              <a:buFont typeface="Wingdings" panose="05000000000000000000" pitchFamily="2" charset="2"/>
              <a:buChar char="§"/>
            </a:pPr>
            <a:r>
              <a:rPr lang="en-US" dirty="0"/>
              <a:t>put all your ideas in a standard format</a:t>
            </a:r>
          </a:p>
          <a:p>
            <a:pPr marL="233363" indent="-233363">
              <a:buFont typeface="Wingdings" panose="05000000000000000000" pitchFamily="2" charset="2"/>
              <a:buChar char="§"/>
            </a:pPr>
            <a:r>
              <a:rPr lang="en-US" dirty="0"/>
              <a:t>individuals review lists of ideas</a:t>
            </a:r>
          </a:p>
          <a:p>
            <a:pPr marL="233363" indent="-233363">
              <a:buFont typeface="Wingdings" panose="05000000000000000000" pitchFamily="2" charset="2"/>
              <a:buChar char="§"/>
            </a:pPr>
            <a:r>
              <a:rPr lang="en-US" dirty="0"/>
              <a:t>votes are tallied</a:t>
            </a:r>
          </a:p>
        </p:txBody>
      </p:sp>
    </p:spTree>
    <p:extLst>
      <p:ext uri="{BB962C8B-B14F-4D97-AF65-F5344CB8AC3E}">
        <p14:creationId xmlns:p14="http://schemas.microsoft.com/office/powerpoint/2010/main" val="34828962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86F5E-8657-4305-B9AF-5BC47382C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0F1A9-0C52-43E3-AEB0-4D8C49BC2D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33363" indent="-233363">
              <a:buFont typeface="Wingdings" panose="05000000000000000000" pitchFamily="2" charset="2"/>
              <a:buChar char="§"/>
            </a:pPr>
            <a:r>
              <a:rPr lang="en-US" dirty="0"/>
              <a:t>SIT with Function follow form principle &amp; 5 thinking techniques</a:t>
            </a:r>
          </a:p>
          <a:p>
            <a:pPr marL="233363" indent="-233363">
              <a:buFont typeface="Wingdings" panose="05000000000000000000" pitchFamily="2" charset="2"/>
              <a:buChar char="§"/>
            </a:pPr>
            <a:r>
              <a:rPr lang="en-US" dirty="0"/>
              <a:t>Drew Boyd’s Pinterest for example (</a:t>
            </a:r>
            <a:r>
              <a:rPr lang="en-US" dirty="0">
                <a:hlinkClick r:id="rId2"/>
              </a:rPr>
              <a:t>www.pinterest.com/drewboyd</a:t>
            </a:r>
            <a:r>
              <a:rPr lang="en-US" dirty="0"/>
              <a:t>)</a:t>
            </a:r>
          </a:p>
          <a:p>
            <a:pPr marL="233363" indent="-233363">
              <a:buFont typeface="Wingdings" panose="05000000000000000000" pitchFamily="2" charset="2"/>
              <a:buChar char="§"/>
            </a:pPr>
            <a:r>
              <a:rPr lang="en-GB" dirty="0"/>
              <a:t>go out there and do it 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20516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Candara">
      <a:maj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ndara" panose="020E0502030303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594</Words>
  <Application>Microsoft Office PowerPoint</Application>
  <PresentationFormat>Widescreen</PresentationFormat>
  <Paragraphs>106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Candara</vt:lpstr>
      <vt:lpstr>Tw Cen MT</vt:lpstr>
      <vt:lpstr>Wingdings</vt:lpstr>
      <vt:lpstr>Wingdings 3</vt:lpstr>
      <vt:lpstr>Integral</vt:lpstr>
      <vt:lpstr>Creative Thinking By Drew Boyd</vt:lpstr>
      <vt:lpstr>Outline</vt:lpstr>
      <vt:lpstr>Introduction</vt:lpstr>
      <vt:lpstr>What is creative?</vt:lpstr>
      <vt:lpstr>How does the brain work?</vt:lpstr>
      <vt:lpstr>What is the barriers?</vt:lpstr>
      <vt:lpstr>What is the barriers?</vt:lpstr>
      <vt:lpstr>What is the barriers?</vt:lpstr>
      <vt:lpstr>Individual creativity</vt:lpstr>
      <vt:lpstr>SIT Methodology</vt:lpstr>
      <vt:lpstr>Function Follow Form Principle</vt:lpstr>
      <vt:lpstr>Technique 1 : Subtraction</vt:lpstr>
      <vt:lpstr>Technique 2 : Division</vt:lpstr>
      <vt:lpstr>Technique 3 : Multiplication</vt:lpstr>
      <vt:lpstr>Technique 4 : Task Unification</vt:lpstr>
      <vt:lpstr>Technique 5 : Attribute Dependency</vt:lpstr>
      <vt:lpstr>Group Creativity</vt:lpstr>
      <vt:lpstr>Creativity dream team</vt:lpstr>
      <vt:lpstr>Facilitate group</vt:lpstr>
      <vt:lpstr>Select the best ideas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Creative Thinking By Drew Boyd</dc:title>
  <dc:creator>Thanyaporn Phinthuphan</dc:creator>
  <cp:lastModifiedBy>Thanyaporn Phinthuphan</cp:lastModifiedBy>
  <cp:revision>8</cp:revision>
  <dcterms:created xsi:type="dcterms:W3CDTF">2020-01-05T10:36:53Z</dcterms:created>
  <dcterms:modified xsi:type="dcterms:W3CDTF">2020-01-05T12:38:11Z</dcterms:modified>
</cp:coreProperties>
</file>